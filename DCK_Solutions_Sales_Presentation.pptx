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8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41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DCK Solutions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System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749040" cy="47548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146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"Solving More, Building Better"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36499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333756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336499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CBC &amp; 8-4-4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74720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33756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336499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Multi-Branch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0800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specifically for Kenyan schools — any device, any browser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Manual School Management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35608"/>
            <a:ext cx="502920" cy="5029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</a:rPr>
              <a:t>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9848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records lost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163677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books torn, disputed, missing payments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123444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435608"/>
            <a:ext cx="502920" cy="5029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</a:rPr>
              <a:t>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41848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of payment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41848" y="163677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claim they paid; no way to verify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46888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70048"/>
            <a:ext cx="502920" cy="5029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</a:rPr>
              <a:t>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69848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 cards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9848" y="287121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spend days writing; errors everywhere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246888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2670048"/>
            <a:ext cx="502920" cy="5029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</a:rPr>
              <a:t>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41848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teacher in the dark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41848" y="287121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view of collection or attendance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70332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04488"/>
            <a:ext cx="502920" cy="5029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</a:rPr>
              <a:t>✗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69848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out of the loop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69848" y="410565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visit school to know child's progress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70332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0" y="3904488"/>
            <a:ext cx="502920" cy="5029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</a:rPr>
              <a:t>✗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641848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errors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41848" y="410565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calculations done by hand, mistakes costly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86000" y="4572000"/>
            <a:ext cx="4572000" cy="438912"/>
          </a:xfrm>
          <a:prstGeom prst="roundRect">
            <a:avLst>
              <a:gd name="adj" fmla="val 50000"/>
            </a:avLst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0" y="45720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DCK Solutions fixes all of this — digitally,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DCK Solutions?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 digital platform that runs your entire school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device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0299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Computer, tablet, or phone — browser-based, no app needed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9631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🇰🇪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542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Kenya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8346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CBC (PP1–Grade 9) and 8-4-4 (Form 1–4) support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00984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0098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33467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6393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for multiple school campuses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05656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10565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41513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Portals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4439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Teacher, Parent, and Student each get their own login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Powerful Features — All Included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1704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01752" y="16459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Management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93392" y="109728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93392" y="11704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39112" y="16459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&amp; 8-4-4 Assessment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30752" y="109728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30752" y="11704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776472" y="16459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68112" y="109728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68112" y="11704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13832" y="16459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05472" y="109728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05472" y="11704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251192" y="16459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SMS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7744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6032" y="2450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01752" y="2926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Payroll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93392" y="237744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993392" y="2450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🏦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039112" y="2926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30752" y="237744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30752" y="2450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776472" y="2926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68112" y="237744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68112" y="2450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🚌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513832" y="2926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05472" y="237744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05472" y="2450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251192" y="2926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Hostel/Boarding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" y="365760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56032" y="37307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301752" y="42062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93392" y="365760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993392" y="37307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📆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2039112" y="42062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Calendar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730752" y="365760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730752" y="37307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3776472" y="42062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&amp; Homework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💰  Fees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lost fee records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207008"/>
            <a:ext cx="438912" cy="43891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07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8408" y="116128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shilling — who paid, when, how much, which method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160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0328" y="1207008"/>
            <a:ext cx="438912" cy="43891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207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58968" y="116128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M-Pesa, Cheque, and Bank Transfer all supported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011680"/>
            <a:ext cx="4160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" y="2167128"/>
            <a:ext cx="438912" cy="43891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8408" y="21214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payments — parents pay in installments, system tracks balance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2011680"/>
            <a:ext cx="4160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10328" y="2167128"/>
            <a:ext cx="438912" cy="43891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58968" y="21214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fee structures for Primary vs Secondary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2971800"/>
            <a:ext cx="4160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" y="3127248"/>
            <a:ext cx="438912" cy="43891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8408" y="30815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late payment fine calculation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00600" y="2971800"/>
            <a:ext cx="4160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10328" y="3127248"/>
            <a:ext cx="438912" cy="43891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58968" y="30815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SMS reminders before and after due dates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" y="3931920"/>
            <a:ext cx="4160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" y="4087368"/>
            <a:ext cx="438912" cy="43891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4087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8408" y="40416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receipts for every transaction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00600" y="3931920"/>
            <a:ext cx="4160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10328" y="4087368"/>
            <a:ext cx="438912" cy="43891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4087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58968" y="40416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fees report — instantly see all students with unpaid balances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CBC &amp; 8-4-4 Assessment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curriculum ready — both systems fully supported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365760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CBC — PP1 to Grade 9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levels: EE, ME, AE, BE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areas with strands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assessment (Social, Spiritual,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Emotional, Physical, Creative)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5526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CBC report cards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7856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Tabulation sheets for class comparison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160520" cy="3657600"/>
          </a:xfrm>
          <a:prstGeom prst="roundRect">
            <a:avLst>
              <a:gd name="adj" fmla="val 3000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1430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8-4-4 — Form 1 to Form 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16642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1, CAT 2, End Term marks entry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1945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grade calculation (A to 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KCSE scale)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7249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GPA, class ranking, pass/fail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25526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KCSE-style report cards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7856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Tabulation sheets for class comparison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Operations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1615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📅 Attendance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Present/Absent/Late per class in 2 minutes. Staff attendance too. Monthly reports auto-generated. Parents check from phone.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00600" y="1078992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21615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📢 Communication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6459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SMS to all parents or specific classes. Africa's Talking integration (cheapest for Kenya). Auto-triggers for fees, results, homework.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999232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1363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📚 Library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35661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&amp; return books digitally. Overdue tracking. Automatic fine calculation. Students request books from their portal.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0600" y="2999232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31363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📆 Events &amp; Homework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35661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homework with due dates. Grade submissions. Create events (Sports Day, Parents' Meeting) — visible on everyone's calendar.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💼  HR, Payroll &amp; Accounting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4160520" cy="3749040"/>
          </a:xfrm>
          <a:prstGeom prst="roundRect">
            <a:avLst>
              <a:gd name="adj" fmla="val 2927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1556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💼 Payroll &amp; HR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templates with Kenyan deductions: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NHIF, NSSF, PAYE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139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&amp; Transport allowances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payslip generation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1638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 — Annual, Sick,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Maternity, Compassionate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6758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awards &amp; recognition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1879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salary requests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024128"/>
            <a:ext cx="4160520" cy="3749040"/>
          </a:xfrm>
          <a:prstGeom prst="roundRect">
            <a:avLst>
              <a:gd name="adj" fmla="val 292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11556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🏦 Accounting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1627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bank accounts &amp; petty cash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0" y="2139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all income: fees, grants,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donations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2651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all expenses: bills, supplies,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fuel, repairs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00600" y="31638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transaction ledger &amp; audit trail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00600" y="36758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vs Expense reports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0600" y="41879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collection auto-links to accounts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Every User Gets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tailored portals — everyone sees exactly what they need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61872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Head Teacher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581912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 — students, fees, attendance real-time. Approve admissions. Generate all reports. Manage everything.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2996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350008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attendance. Enter marks / CBC assessments. Assign homework. Request admissions. Apply for leave online.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98064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98064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11810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fees (Cash/M-Pesa/Cheque). See who owes what. Process salaries with NHIF/NSSF/PAYE. Financial reports.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6616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886200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&amp; return books. Track overdue. Calculate late fines. Full book catalog management.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33425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33425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4379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&amp; Students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654296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grades, fees, attendance, homework — from their phone. Receive SMS alerts. Communicate with teachers.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vs DCK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Old Way (Manual)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987552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DCK Solutions (Digital)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416052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1790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records in exercise books — get lost, torn, disputed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481328"/>
            <a:ext cx="416052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1790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recorded permanently with receipt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975104"/>
            <a:ext cx="4160520" cy="438912"/>
          </a:xfrm>
          <a:prstGeom prst="rect">
            <a:avLst/>
          </a:prstGeom>
          <a:solidFill>
            <a:srgbClr val="FFF8F8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11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say 'I paid' with no proof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975104"/>
            <a:ext cx="4160520" cy="438912"/>
          </a:xfrm>
          <a:prstGeom prst="rect">
            <a:avLst/>
          </a:prstGeom>
          <a:solidFill>
            <a:srgbClr val="F0FFF8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011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shows exact payment history, always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468880"/>
            <a:ext cx="416052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0545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marked on paper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468880"/>
            <a:ext cx="416052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50545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attendance, auto-reports generated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962656"/>
            <a:ext cx="4160520" cy="438912"/>
          </a:xfrm>
          <a:prstGeom prst="rect">
            <a:avLst/>
          </a:prstGeom>
          <a:solidFill>
            <a:srgbClr val="FFF8F8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992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cards written by hand (days of work)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962656"/>
            <a:ext cx="4160520" cy="438912"/>
          </a:xfrm>
          <a:prstGeom prst="rect">
            <a:avLst/>
          </a:prstGeom>
          <a:solidFill>
            <a:srgbClr val="F0FFF8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992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button — all report cards printed in minutes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456432"/>
            <a:ext cx="416052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49300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year promotion takes a week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456432"/>
            <a:ext cx="416052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49300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entire class in 5 minutes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950208"/>
            <a:ext cx="4160520" cy="438912"/>
          </a:xfrm>
          <a:prstGeom prst="rect">
            <a:avLst/>
          </a:prstGeom>
          <a:solidFill>
            <a:srgbClr val="FFF8F8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98678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calculated manually with errors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950208"/>
            <a:ext cx="4160520" cy="438912"/>
          </a:xfrm>
          <a:prstGeom prst="rect">
            <a:avLst/>
          </a:prstGeom>
          <a:solidFill>
            <a:srgbClr val="F0FFF8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98678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payslip with NHIF, NSSF, PAYE correct every time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443984"/>
            <a:ext cx="416052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4805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visits school to know child's progress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4443984"/>
            <a:ext cx="416052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4805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logs in from phone anytime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Transparent Pricing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 include ALL 13 features — pay monthly via M-Pesa Paybill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389888"/>
            <a:ext cx="1965960" cy="3291840"/>
          </a:xfrm>
          <a:prstGeom prst="roundRect">
            <a:avLst>
              <a:gd name="adj" fmla="val 6977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5910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9842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KSh 5,000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200 students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3127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 staff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1389888"/>
            <a:ext cx="1965960" cy="3291840"/>
          </a:xfrm>
          <a:prstGeom prst="roundRect">
            <a:avLst>
              <a:gd name="adj" fmla="val 6977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42032" y="15910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42032" y="19842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KSh 10,000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42032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42032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500 students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42032" y="3127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staff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5152" y="1207008"/>
            <a:ext cx="1965960" cy="3502152"/>
          </a:xfrm>
          <a:prstGeom prst="roundRect">
            <a:avLst>
              <a:gd name="adj" fmla="val 697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01184" y="1197864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11978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36592" y="15910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36592" y="19842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KSh 25,000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36592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2,000 students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36592" y="3127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200 staff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39712" y="1389888"/>
            <a:ext cx="1965960" cy="3291840"/>
          </a:xfrm>
          <a:prstGeom prst="roundRect">
            <a:avLst>
              <a:gd name="adj" fmla="val 6977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31152" y="15910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Unlimited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31152" y="19842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KSh 50,000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31152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31152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students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31152" y="3127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staff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709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Free Setup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06040" y="4709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Free Training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4709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Free Updates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03720" y="4709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WhatsApp Support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 Up &amp; Running in 5 Days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83080" y="2057400"/>
            <a:ext cx="5029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777240" cy="7772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0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23957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78892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3310128"/>
            <a:ext cx="1463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give you a template form to collect school data — classes, staff, students, fee structure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02152" y="2057400"/>
            <a:ext cx="5029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04872" y="1508760"/>
            <a:ext cx="777240" cy="7772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04872" y="150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93392" y="23957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93392" y="278892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66544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Setup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66544" y="3310128"/>
            <a:ext cx="1463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enter all classes, sections, subjects, teachers, and fee structure into the system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21224" y="2057400"/>
            <a:ext cx="5029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23944" y="1508760"/>
            <a:ext cx="777240" cy="7772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23944" y="150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712464" y="23957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12464" y="278892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785616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Import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85616" y="3310128"/>
            <a:ext cx="1463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import all students from your class lists via bulk CSV — fast and accurate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0296" y="2057400"/>
            <a:ext cx="5029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43016" y="1508760"/>
            <a:ext cx="777240" cy="7772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43016" y="150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31536" y="23957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31536" y="278892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04688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04688" y="3310128"/>
            <a:ext cx="1463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 your admin, teachers, accountant, and librarian hands-on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62088" y="1508760"/>
            <a:ext cx="777240" cy="7772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562088" y="150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150608" y="23957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150608" y="278892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23760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LIVE! 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23760" y="3310128"/>
            <a:ext cx="1463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goes live — you start using it immediately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❓  Common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0789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 we need internet?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" y="13716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any browser, even a phone hotspot works. Data is safe on our server.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24128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10912" y="10789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Works on mobile phones?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10912" y="13716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no app needed — it works on any phone browser instantly.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" y="20665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Primary AND Secondary?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3591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one system handles PP1 through Form 4, CBC and 8-4-4.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011680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10912" y="20665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about existing records?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10912" y="23591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import your existing student data during setup. Historical records can be entered too.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99232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" y="30540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our data safe?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334670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secure server with daily backups. Each school sees only their own data.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99232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10912" y="30540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we try it first?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10912" y="334670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We offer a free demo with sample data before you commit.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986784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38912" y="40416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Teachers aren't tech-savvy?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433425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can use WhatsApp, they can use this. We provide hands-on training.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986784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10912" y="40416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M-Pesa payments?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10912" y="433425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parents pay via M-Pesa Paybill and it records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Transform Your School?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schools already using DCK Solutions across Kenya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810512"/>
            <a:ext cx="6400800" cy="5669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81051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FREE Demo Today — See it working with your own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60604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81328" y="26609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81328" y="2953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606040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260604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96128" y="26609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96128" y="2953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56616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81328" y="36210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81328" y="3913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566160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356616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96128" y="36210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96128" y="3913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DCK Solutions  |  "Solving More, Building Better"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1331</Words>
  <Application>Microsoft Office PowerPoint</Application>
  <PresentationFormat>On-screen Show (16:9)</PresentationFormat>
  <Paragraphs>262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DCK Solutions - School Management System</dc:title>
  <dc:subject>PptxGenJS Presentation</dc:subject>
  <dc:creator>PptxGenJS</dc:creator>
  <cp:lastModifiedBy>Danteh</cp:lastModifiedBy>
  <cp:revision>2</cp:revision>
  <dcterms:created xsi:type="dcterms:W3CDTF">2026-06-24T19:22:53Z</dcterms:created>
  <dcterms:modified xsi:type="dcterms:W3CDTF">2026-06-24T19:33:18Z</dcterms:modified>
</cp:coreProperties>
</file>